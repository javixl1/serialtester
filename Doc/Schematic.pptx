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1" d="100"/>
          <a:sy n="101" d="100"/>
        </p:scale>
        <p:origin x="9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B060-09B6-7FAC-DD26-8A37F9887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4E34E-1538-456B-E60A-EB8C4945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C49B9-71E2-24F5-B63C-D2F75509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D4382-D6BA-E04F-511B-B81B5824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5C2CB-C4C0-8784-30C2-E1E9DFC1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5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3380-C355-3933-B6A1-5C36634C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372A8-0170-9FE9-D47C-D279D9E76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7117-C8F2-B751-BCA1-CC5E6B37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8EE74-E027-C78A-7CF5-880BA4A6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BCBD5-D8E2-8D8B-2DCB-671674947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7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8076-CD56-C051-AD56-8D9E7689E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567C6-DCD3-3DC5-6A66-6C1CF0062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E3B08-BA32-9FC2-003C-0C0943E46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F0AC6-D426-5A77-7627-38E71589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F0F2F-E461-C014-0D1F-A5CBFC82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8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7D008-1BA5-98EB-7A2C-6AE95617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DD0E-5756-F1DF-1140-8EA3375E7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E039E-10AE-28FB-BBAC-024CEF87E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C9C2D-0900-5594-E5B3-9DCA3C42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780D5-A986-7C32-719D-C18AE217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920BB-0BAC-35B9-9F4F-9B5908C3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DAD5-E3E1-F5D7-B5E2-C9CAB655A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4C850-C773-6DB7-7870-BE00A84C7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C26BA-0D46-8EEE-7D0F-D3484B47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C5CDA-8290-B26E-2E8E-1308EF29C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08FC4-F029-6726-B0B6-FF1D5527F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D581E-73D8-66FA-D1E9-9B92A943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16C0D-1CBB-F06B-7C6B-61D204B0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6DFB5-85DD-B402-8257-A288DF0D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0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7472-BBA0-EF7B-657B-13518322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6BF4B-F6EA-17D9-FBD8-30D80CB93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07864-08EE-5DB8-5A1A-CFB15B73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F2FAC-7AD3-038A-E120-F567C57F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3915E-A357-FAC8-D656-A3E320C9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B2F3B-A0B5-3B3E-5905-FD3827C6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37D07-39BD-A1C8-401B-CDD8B3B6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7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03E8-C27D-8630-E5EE-9E01F697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023D-7222-F0F9-8580-42A0E052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928FE-D8C9-249B-E931-4D833735F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40FB0-C93C-0D30-9749-8DEC5C69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04754-3CF8-20B1-140D-18E6913D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BC2BE-DFE3-24C6-D40C-DC9B799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5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9D43-2F3A-D248-D4F9-48277000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8BE72E-BCE6-1411-8174-ACE6DFCAD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71DC7-9463-C6E4-5CD0-CB304CAE4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DE32E-C743-7375-597E-A98B11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08DFC-01F2-6715-0E5E-03BC580F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F343B-07A2-6BE3-107F-9E802491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4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54F1-8DC9-F53B-ADAD-E754877C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95EFF-1442-6B34-FE0E-1B6D34D9B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3791C-36CE-FCD8-9855-1A58B29F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E6651-C9F5-0A10-1895-FD4541861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01BA-A47D-DC32-B5D4-62E6F6FE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0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7E381-3B31-1AF8-CC9C-4BC504891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FA20F-33E5-B3F2-BC8F-1CF914754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B7E5F-5361-14D5-ADEC-5BDAC6C9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9491-8E1A-673B-9317-ABBBB5AD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0822F-957F-5E59-B185-01FDF9B2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7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93FEB-03B1-3AC2-A1EF-A84C6E4A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1FFE6-27CB-C610-87AC-B5E254EFA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F45B-0498-D016-48DA-6CA5A4D67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26DA6-3A9A-490B-A521-30C18ECAA73C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66554-8D71-9BA4-11C6-45B582A94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8A5A0-6F0D-E791-6EE0-930E999B7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D6990-01D8-491A-85A0-C4CC304D6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2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4E128D-61BE-129E-152D-8E65D8A2480B}"/>
              </a:ext>
            </a:extLst>
          </p:cNvPr>
          <p:cNvSpPr/>
          <p:nvPr/>
        </p:nvSpPr>
        <p:spPr>
          <a:xfrm>
            <a:off x="5313575" y="473698"/>
            <a:ext cx="1564849" cy="2710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ESP32-C6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A0D36F-8FE6-F82F-1BD0-060FBAA713BC}"/>
              </a:ext>
            </a:extLst>
          </p:cNvPr>
          <p:cNvSpPr/>
          <p:nvPr/>
        </p:nvSpPr>
        <p:spPr>
          <a:xfrm>
            <a:off x="5313575" y="1276547"/>
            <a:ext cx="1564849" cy="2710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Serial COM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888107-DB07-BEF4-A0E4-2F52B9178930}"/>
              </a:ext>
            </a:extLst>
          </p:cNvPr>
          <p:cNvSpPr/>
          <p:nvPr/>
        </p:nvSpPr>
        <p:spPr>
          <a:xfrm>
            <a:off x="5313575" y="2079396"/>
            <a:ext cx="156484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Dipswich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EC6185-3C63-11D9-9A82-3D6A567EEB87}"/>
              </a:ext>
            </a:extLst>
          </p:cNvPr>
          <p:cNvSpPr/>
          <p:nvPr/>
        </p:nvSpPr>
        <p:spPr>
          <a:xfrm>
            <a:off x="5313574" y="2882245"/>
            <a:ext cx="1564849" cy="2710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 Onboard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ACB8E9-D8BD-C0A4-0104-28762307BAD1}"/>
              </a:ext>
            </a:extLst>
          </p:cNvPr>
          <p:cNvSpPr/>
          <p:nvPr/>
        </p:nvSpPr>
        <p:spPr>
          <a:xfrm>
            <a:off x="5313573" y="3685094"/>
            <a:ext cx="156484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WebServer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EA199F-8385-FF1C-1CEF-081FA1C8478F}"/>
              </a:ext>
            </a:extLst>
          </p:cNvPr>
          <p:cNvSpPr/>
          <p:nvPr/>
        </p:nvSpPr>
        <p:spPr>
          <a:xfrm>
            <a:off x="7596431" y="3685094"/>
            <a:ext cx="2405407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Baud Rate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20C482-6319-4D39-3C16-9EF561C6729C}"/>
              </a:ext>
            </a:extLst>
          </p:cNvPr>
          <p:cNvSpPr/>
          <p:nvPr/>
        </p:nvSpPr>
        <p:spPr>
          <a:xfrm>
            <a:off x="7596430" y="4186286"/>
            <a:ext cx="2405408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Speed Control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D2F56A-6D54-9101-BE6E-720E8EB17C1B}"/>
              </a:ext>
            </a:extLst>
          </p:cNvPr>
          <p:cNvSpPr/>
          <p:nvPr/>
        </p:nvSpPr>
        <p:spPr>
          <a:xfrm>
            <a:off x="7596430" y="4687478"/>
            <a:ext cx="240540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Terminal value active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039456-253C-5AD6-8976-9B066607C199}"/>
              </a:ext>
            </a:extLst>
          </p:cNvPr>
          <p:cNvSpPr/>
          <p:nvPr/>
        </p:nvSpPr>
        <p:spPr>
          <a:xfrm>
            <a:off x="7596429" y="5188670"/>
            <a:ext cx="240540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Terminal value to read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91DEA8-9433-4710-8FC1-F7F11932ACFE}"/>
              </a:ext>
            </a:extLst>
          </p:cNvPr>
          <p:cNvSpPr/>
          <p:nvPr/>
        </p:nvSpPr>
        <p:spPr>
          <a:xfrm>
            <a:off x="7596429" y="5689862"/>
            <a:ext cx="240540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Terminal value to write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61A60E-E83F-4A5C-82DB-E8EA149CE84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878422" y="3820604"/>
            <a:ext cx="7180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38BCFB9-EC20-7247-9A6E-40F12D095FCC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878422" y="3820604"/>
            <a:ext cx="718008" cy="5011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937276B-A2CB-74F6-A506-6FE715821622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878422" y="3820604"/>
            <a:ext cx="718008" cy="10023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B58577A-B86D-2BA2-8D50-B5789F5E74DF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6878422" y="3820604"/>
            <a:ext cx="718007" cy="15035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54D0209-97E2-83ED-2F6C-94B6093017A7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6878422" y="3820604"/>
            <a:ext cx="718007" cy="20047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07C8215-7C36-45CB-C1AC-1921147AC5A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096000" y="744718"/>
            <a:ext cx="0" cy="531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712EA0B-5177-0724-A879-3CD213A41355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1547567"/>
            <a:ext cx="0" cy="531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3A2E4C-BDA0-56F3-0D8C-99BD4AE1EE4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095999" y="2350416"/>
            <a:ext cx="1" cy="531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156F444-DD97-5344-BC49-670EB9559A26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6095998" y="3153265"/>
            <a:ext cx="1" cy="531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08D5E0D-F824-DC10-9756-D266E662CB53}"/>
              </a:ext>
            </a:extLst>
          </p:cNvPr>
          <p:cNvSpPr/>
          <p:nvPr/>
        </p:nvSpPr>
        <p:spPr>
          <a:xfrm>
            <a:off x="7596428" y="6229151"/>
            <a:ext cx="240540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API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28B0164-CCF6-4907-1244-DD47232D1A24}"/>
              </a:ext>
            </a:extLst>
          </p:cNvPr>
          <p:cNvCxnSpPr>
            <a:stCxn id="8" idx="3"/>
            <a:endCxn id="37" idx="1"/>
          </p:cNvCxnSpPr>
          <p:nvPr/>
        </p:nvCxnSpPr>
        <p:spPr>
          <a:xfrm>
            <a:off x="6878422" y="3820604"/>
            <a:ext cx="718006" cy="254405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2D71E13-DAD2-8E43-ADE4-FBCD9155EFFC}"/>
              </a:ext>
            </a:extLst>
          </p:cNvPr>
          <p:cNvSpPr/>
          <p:nvPr/>
        </p:nvSpPr>
        <p:spPr>
          <a:xfrm>
            <a:off x="5313573" y="4687478"/>
            <a:ext cx="1564849" cy="271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Memory MicroSD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68EBC89-EF3E-DB4A-E201-80A81B63506D}"/>
              </a:ext>
            </a:extLst>
          </p:cNvPr>
          <p:cNvCxnSpPr>
            <a:stCxn id="40" idx="0"/>
            <a:endCxn id="8" idx="2"/>
          </p:cNvCxnSpPr>
          <p:nvPr/>
        </p:nvCxnSpPr>
        <p:spPr>
          <a:xfrm flipV="1">
            <a:off x="6095998" y="3956114"/>
            <a:ext cx="0" cy="731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45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25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Lopez</dc:creator>
  <cp:lastModifiedBy>Javier Lopez</cp:lastModifiedBy>
  <cp:revision>4</cp:revision>
  <dcterms:created xsi:type="dcterms:W3CDTF">2025-11-09T03:11:37Z</dcterms:created>
  <dcterms:modified xsi:type="dcterms:W3CDTF">2025-11-09T20:53:01Z</dcterms:modified>
</cp:coreProperties>
</file>